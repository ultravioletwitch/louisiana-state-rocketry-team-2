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D4D4A-12C0-15E0-1685-FFA0D259B073}" v="49" dt="2025-11-19T19:43:29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L Fraser" userId="S::mfrase9@lsu.edu::1b7306a5-29b0-4678-91e0-7613c5c1e8c5" providerId="AD" clId="Web-{277D4D4A-12C0-15E0-1685-FFA0D259B073}"/>
    <pc:docChg chg="addSld modSld">
      <pc:chgData name="Michael L Fraser" userId="S::mfrase9@lsu.edu::1b7306a5-29b0-4678-91e0-7613c5c1e8c5" providerId="AD" clId="Web-{277D4D4A-12C0-15E0-1685-FFA0D259B073}" dt="2025-11-19T19:42:36.910" v="49"/>
      <pc:docMkLst>
        <pc:docMk/>
      </pc:docMkLst>
      <pc:sldChg chg="addSp delSp modSp new mod setBg setClrOvrMap">
        <pc:chgData name="Michael L Fraser" userId="S::mfrase9@lsu.edu::1b7306a5-29b0-4678-91e0-7613c5c1e8c5" providerId="AD" clId="Web-{277D4D4A-12C0-15E0-1685-FFA0D259B073}" dt="2025-11-19T19:42:36.910" v="49"/>
        <pc:sldMkLst>
          <pc:docMk/>
          <pc:sldMk cId="2952189407" sldId="259"/>
        </pc:sldMkLst>
        <pc:spChg chg="mod ord">
          <ac:chgData name="Michael L Fraser" userId="S::mfrase9@lsu.edu::1b7306a5-29b0-4678-91e0-7613c5c1e8c5" providerId="AD" clId="Web-{277D4D4A-12C0-15E0-1685-FFA0D259B073}" dt="2025-11-19T19:42:36.910" v="49"/>
          <ac:spMkLst>
            <pc:docMk/>
            <pc:sldMk cId="2952189407" sldId="259"/>
            <ac:spMk id="2" creationId="{E504C5E5-2DEE-9790-577E-A92A36C61CC7}"/>
          </ac:spMkLst>
        </pc:spChg>
        <pc:spChg chg="del">
          <ac:chgData name="Michael L Fraser" userId="S::mfrase9@lsu.edu::1b7306a5-29b0-4678-91e0-7613c5c1e8c5" providerId="AD" clId="Web-{277D4D4A-12C0-15E0-1685-FFA0D259B073}" dt="2025-11-19T19:34:31.893" v="21"/>
          <ac:spMkLst>
            <pc:docMk/>
            <pc:sldMk cId="2952189407" sldId="259"/>
            <ac:spMk id="3" creationId="{3A07F144-D498-2179-8AA3-420240075AC8}"/>
          </ac:spMkLst>
        </pc:spChg>
        <pc:spChg chg="add del">
          <ac:chgData name="Michael L Fraser" userId="S::mfrase9@lsu.edu::1b7306a5-29b0-4678-91e0-7613c5c1e8c5" providerId="AD" clId="Web-{277D4D4A-12C0-15E0-1685-FFA0D259B073}" dt="2025-11-19T19:42:36.910" v="49"/>
          <ac:spMkLst>
            <pc:docMk/>
            <pc:sldMk cId="2952189407" sldId="259"/>
            <ac:spMk id="13" creationId="{33E93247-6229-44AB-A550-739E971E690B}"/>
          </ac:spMkLst>
        </pc:spChg>
        <pc:spChg chg="add">
          <ac:chgData name="Michael L Fraser" userId="S::mfrase9@lsu.edu::1b7306a5-29b0-4678-91e0-7613c5c1e8c5" providerId="AD" clId="Web-{277D4D4A-12C0-15E0-1685-FFA0D259B073}" dt="2025-11-19T19:42:36.910" v="49"/>
          <ac:spMkLst>
            <pc:docMk/>
            <pc:sldMk cId="2952189407" sldId="259"/>
            <ac:spMk id="19" creationId="{33E93247-6229-44AB-A550-739E971E690B}"/>
          </ac:spMkLst>
        </pc:spChg>
        <pc:spChg chg="add del">
          <ac:chgData name="Michael L Fraser" userId="S::mfrase9@lsu.edu::1b7306a5-29b0-4678-91e0-7613c5c1e8c5" providerId="AD" clId="Web-{277D4D4A-12C0-15E0-1685-FFA0D259B073}" dt="2025-11-19T19:42:28.160" v="48"/>
          <ac:spMkLst>
            <pc:docMk/>
            <pc:sldMk cId="2952189407" sldId="259"/>
            <ac:spMk id="24" creationId="{33E93247-6229-44AB-A550-739E971E690B}"/>
          </ac:spMkLst>
        </pc:spChg>
        <pc:spChg chg="add del">
          <ac:chgData name="Michael L Fraser" userId="S::mfrase9@lsu.edu::1b7306a5-29b0-4678-91e0-7613c5c1e8c5" providerId="AD" clId="Web-{277D4D4A-12C0-15E0-1685-FFA0D259B073}" dt="2025-11-19T19:42:28.160" v="48"/>
          <ac:spMkLst>
            <pc:docMk/>
            <pc:sldMk cId="2952189407" sldId="259"/>
            <ac:spMk id="26" creationId="{612349FF-7742-42ED-ADF3-238B5DDD176C}"/>
          </ac:spMkLst>
        </pc:spChg>
        <pc:picChg chg="add mod ord">
          <ac:chgData name="Michael L Fraser" userId="S::mfrase9@lsu.edu::1b7306a5-29b0-4678-91e0-7613c5c1e8c5" providerId="AD" clId="Web-{277D4D4A-12C0-15E0-1685-FFA0D259B073}" dt="2025-11-19T19:42:36.910" v="49"/>
          <ac:picMkLst>
            <pc:docMk/>
            <pc:sldMk cId="2952189407" sldId="259"/>
            <ac:picMk id="4" creationId="{3D3522D6-F1CD-F69B-2D71-302524B810E5}"/>
          </ac:picMkLst>
        </pc:picChg>
        <pc:cxnChg chg="add del">
          <ac:chgData name="Michael L Fraser" userId="S::mfrase9@lsu.edu::1b7306a5-29b0-4678-91e0-7613c5c1e8c5" providerId="AD" clId="Web-{277D4D4A-12C0-15E0-1685-FFA0D259B073}" dt="2025-11-19T19:42:36.910" v="49"/>
          <ac:cxnSpMkLst>
            <pc:docMk/>
            <pc:sldMk cId="2952189407" sldId="259"/>
            <ac:cxnSpMk id="9" creationId="{F64F9B95-9045-48D2-B9F3-2927E98F54AA}"/>
          </ac:cxnSpMkLst>
        </pc:cxnChg>
        <pc:cxnChg chg="add del">
          <ac:chgData name="Michael L Fraser" userId="S::mfrase9@lsu.edu::1b7306a5-29b0-4678-91e0-7613c5c1e8c5" providerId="AD" clId="Web-{277D4D4A-12C0-15E0-1685-FFA0D259B073}" dt="2025-11-19T19:42:36.910" v="49"/>
          <ac:cxnSpMkLst>
            <pc:docMk/>
            <pc:sldMk cId="2952189407" sldId="259"/>
            <ac:cxnSpMk id="11" creationId="{085AA86F-6A4D-4BCB-A045-D992CDC2959B}"/>
          </ac:cxnSpMkLst>
        </pc:cxnChg>
        <pc:cxnChg chg="add del">
          <ac:chgData name="Michael L Fraser" userId="S::mfrase9@lsu.edu::1b7306a5-29b0-4678-91e0-7613c5c1e8c5" providerId="AD" clId="Web-{277D4D4A-12C0-15E0-1685-FFA0D259B073}" dt="2025-11-19T19:42:36.910" v="49"/>
          <ac:cxnSpMkLst>
            <pc:docMk/>
            <pc:sldMk cId="2952189407" sldId="259"/>
            <ac:cxnSpMk id="15" creationId="{EE2E603F-4A95-4FE8-BB06-211DFD75DBEF}"/>
          </ac:cxnSpMkLst>
        </pc:cxnChg>
        <pc:cxnChg chg="add">
          <ac:chgData name="Michael L Fraser" userId="S::mfrase9@lsu.edu::1b7306a5-29b0-4678-91e0-7613c5c1e8c5" providerId="AD" clId="Web-{277D4D4A-12C0-15E0-1685-FFA0D259B073}" dt="2025-11-19T19:42:36.910" v="49"/>
          <ac:cxnSpMkLst>
            <pc:docMk/>
            <pc:sldMk cId="2952189407" sldId="259"/>
            <ac:cxnSpMk id="17" creationId="{F64F9B95-9045-48D2-B9F3-2927E98F54AA}"/>
          </ac:cxnSpMkLst>
        </pc:cxnChg>
        <pc:cxnChg chg="add">
          <ac:chgData name="Michael L Fraser" userId="S::mfrase9@lsu.edu::1b7306a5-29b0-4678-91e0-7613c5c1e8c5" providerId="AD" clId="Web-{277D4D4A-12C0-15E0-1685-FFA0D259B073}" dt="2025-11-19T19:42:36.910" v="49"/>
          <ac:cxnSpMkLst>
            <pc:docMk/>
            <pc:sldMk cId="2952189407" sldId="259"/>
            <ac:cxnSpMk id="18" creationId="{085AA86F-6A4D-4BCB-A045-D992CDC2959B}"/>
          </ac:cxnSpMkLst>
        </pc:cxnChg>
        <pc:cxnChg chg="add del">
          <ac:chgData name="Michael L Fraser" userId="S::mfrase9@lsu.edu::1b7306a5-29b0-4678-91e0-7613c5c1e8c5" providerId="AD" clId="Web-{277D4D4A-12C0-15E0-1685-FFA0D259B073}" dt="2025-11-19T19:42:28.160" v="48"/>
          <ac:cxnSpMkLst>
            <pc:docMk/>
            <pc:sldMk cId="2952189407" sldId="259"/>
            <ac:cxnSpMk id="20" creationId="{F64F9B95-9045-48D2-B9F3-2927E98F54AA}"/>
          </ac:cxnSpMkLst>
        </pc:cxnChg>
        <pc:cxnChg chg="add">
          <ac:chgData name="Michael L Fraser" userId="S::mfrase9@lsu.edu::1b7306a5-29b0-4678-91e0-7613c5c1e8c5" providerId="AD" clId="Web-{277D4D4A-12C0-15E0-1685-FFA0D259B073}" dt="2025-11-19T19:42:36.910" v="49"/>
          <ac:cxnSpMkLst>
            <pc:docMk/>
            <pc:sldMk cId="2952189407" sldId="259"/>
            <ac:cxnSpMk id="21" creationId="{EE2E603F-4A95-4FE8-BB06-211DFD75DBEF}"/>
          </ac:cxnSpMkLst>
        </pc:cxnChg>
        <pc:cxnChg chg="add del">
          <ac:chgData name="Michael L Fraser" userId="S::mfrase9@lsu.edu::1b7306a5-29b0-4678-91e0-7613c5c1e8c5" providerId="AD" clId="Web-{277D4D4A-12C0-15E0-1685-FFA0D259B073}" dt="2025-11-19T19:42:28.160" v="48"/>
          <ac:cxnSpMkLst>
            <pc:docMk/>
            <pc:sldMk cId="2952189407" sldId="259"/>
            <ac:cxnSpMk id="22" creationId="{085AA86F-6A4D-4BCB-A045-D992CDC2959B}"/>
          </ac:cxnSpMkLst>
        </pc:cxnChg>
      </pc:sldChg>
      <pc:sldChg chg="addSp delSp modSp new mod setBg modClrScheme delDesignElem chgLayout">
        <pc:chgData name="Michael L Fraser" userId="S::mfrase9@lsu.edu::1b7306a5-29b0-4678-91e0-7613c5c1e8c5" providerId="AD" clId="Web-{277D4D4A-12C0-15E0-1685-FFA0D259B073}" dt="2025-11-19T19:40:16.956" v="46" actId="1076"/>
        <pc:sldMkLst>
          <pc:docMk/>
          <pc:sldMk cId="1645567396" sldId="260"/>
        </pc:sldMkLst>
        <pc:spChg chg="mod ord">
          <ac:chgData name="Michael L Fraser" userId="S::mfrase9@lsu.edu::1b7306a5-29b0-4678-91e0-7613c5c1e8c5" providerId="AD" clId="Web-{277D4D4A-12C0-15E0-1685-FFA0D259B073}" dt="2025-11-19T19:40:16.956" v="46" actId="1076"/>
          <ac:spMkLst>
            <pc:docMk/>
            <pc:sldMk cId="1645567396" sldId="260"/>
            <ac:spMk id="2" creationId="{5577C4DC-D2E3-EC1F-65A1-D5F211143D16}"/>
          </ac:spMkLst>
        </pc:spChg>
        <pc:spChg chg="del">
          <ac:chgData name="Michael L Fraser" userId="S::mfrase9@lsu.edu::1b7306a5-29b0-4678-91e0-7613c5c1e8c5" providerId="AD" clId="Web-{277D4D4A-12C0-15E0-1685-FFA0D259B073}" dt="2025-11-19T19:35:53.768" v="37"/>
          <ac:spMkLst>
            <pc:docMk/>
            <pc:sldMk cId="1645567396" sldId="260"/>
            <ac:spMk id="3" creationId="{9C585AD9-4F53-1BAD-4F48-90B167B468DA}"/>
          </ac:spMkLst>
        </pc:spChg>
        <pc:spChg chg="add mod ord">
          <ac:chgData name="Michael L Fraser" userId="S::mfrase9@lsu.edu::1b7306a5-29b0-4678-91e0-7613c5c1e8c5" providerId="AD" clId="Web-{277D4D4A-12C0-15E0-1685-FFA0D259B073}" dt="2025-11-19T19:39:55.362" v="43"/>
          <ac:spMkLst>
            <pc:docMk/>
            <pc:sldMk cId="1645567396" sldId="260"/>
            <ac:spMk id="6" creationId="{28B2EAB5-6C2C-633F-F389-DA70ED66AD53}"/>
          </ac:spMkLst>
        </pc:spChg>
        <pc:spChg chg="add del">
          <ac:chgData name="Michael L Fraser" userId="S::mfrase9@lsu.edu::1b7306a5-29b0-4678-91e0-7613c5c1e8c5" providerId="AD" clId="Web-{277D4D4A-12C0-15E0-1685-FFA0D259B073}" dt="2025-11-19T19:36:16.221" v="39"/>
          <ac:spMkLst>
            <pc:docMk/>
            <pc:sldMk cId="1645567396" sldId="260"/>
            <ac:spMk id="8" creationId="{0D83E2C6-5531-462B-3873-85DFC07EB17C}"/>
          </ac:spMkLst>
        </pc:spChg>
        <pc:spChg chg="add del">
          <ac:chgData name="Michael L Fraser" userId="S::mfrase9@lsu.edu::1b7306a5-29b0-4678-91e0-7613c5c1e8c5" providerId="AD" clId="Web-{277D4D4A-12C0-15E0-1685-FFA0D259B073}" dt="2025-11-19T19:36:16.221" v="39"/>
          <ac:spMkLst>
            <pc:docMk/>
            <pc:sldMk cId="1645567396" sldId="260"/>
            <ac:spMk id="11" creationId="{E49D7415-2F11-44C2-B6AA-13A25B6814B9}"/>
          </ac:spMkLst>
        </pc:spChg>
        <pc:spChg chg="add del">
          <ac:chgData name="Michael L Fraser" userId="S::mfrase9@lsu.edu::1b7306a5-29b0-4678-91e0-7613c5c1e8c5" providerId="AD" clId="Web-{277D4D4A-12C0-15E0-1685-FFA0D259B073}" dt="2025-11-19T19:39:55.362" v="43"/>
          <ac:spMkLst>
            <pc:docMk/>
            <pc:sldMk cId="1645567396" sldId="260"/>
            <ac:spMk id="18" creationId="{33E93247-6229-44AB-A550-739E971E690B}"/>
          </ac:spMkLst>
        </pc:spChg>
        <pc:picChg chg="add del mod ord">
          <ac:chgData name="Michael L Fraser" userId="S::mfrase9@lsu.edu::1b7306a5-29b0-4678-91e0-7613c5c1e8c5" providerId="AD" clId="Web-{277D4D4A-12C0-15E0-1685-FFA0D259B073}" dt="2025-11-19T19:39:31.503" v="42"/>
          <ac:picMkLst>
            <pc:docMk/>
            <pc:sldMk cId="1645567396" sldId="260"/>
            <ac:picMk id="4" creationId="{D5F2616D-EABD-EBF9-4237-492A0F0987DD}"/>
          </ac:picMkLst>
        </pc:picChg>
        <pc:cxnChg chg="add del">
          <ac:chgData name="Michael L Fraser" userId="S::mfrase9@lsu.edu::1b7306a5-29b0-4678-91e0-7613c5c1e8c5" providerId="AD" clId="Web-{277D4D4A-12C0-15E0-1685-FFA0D259B073}" dt="2025-11-19T19:39:55.362" v="43"/>
          <ac:cxnSpMkLst>
            <pc:docMk/>
            <pc:sldMk cId="1645567396" sldId="260"/>
            <ac:cxnSpMk id="9" creationId="{F64F9B95-9045-48D2-B9F3-2927E98F54AA}"/>
          </ac:cxnSpMkLst>
        </pc:cxnChg>
        <pc:cxnChg chg="add del">
          <ac:chgData name="Michael L Fraser" userId="S::mfrase9@lsu.edu::1b7306a5-29b0-4678-91e0-7613c5c1e8c5" providerId="AD" clId="Web-{277D4D4A-12C0-15E0-1685-FFA0D259B073}" dt="2025-11-19T19:36:16.221" v="39"/>
          <ac:cxnSpMkLst>
            <pc:docMk/>
            <pc:sldMk cId="1645567396" sldId="260"/>
            <ac:cxnSpMk id="13" creationId="{D2E57F3D-33BE-4306-87E6-245763719516}"/>
          </ac:cxnSpMkLst>
        </pc:cxnChg>
        <pc:cxnChg chg="add del">
          <ac:chgData name="Michael L Fraser" userId="S::mfrase9@lsu.edu::1b7306a5-29b0-4678-91e0-7613c5c1e8c5" providerId="AD" clId="Web-{277D4D4A-12C0-15E0-1685-FFA0D259B073}" dt="2025-11-19T19:39:55.362" v="43"/>
          <ac:cxnSpMkLst>
            <pc:docMk/>
            <pc:sldMk cId="1645567396" sldId="260"/>
            <ac:cxnSpMk id="15" creationId="{EE2E603F-4A95-4FE8-BB06-211DFD75DBEF}"/>
          </ac:cxnSpMkLst>
        </pc:cxnChg>
        <pc:cxnChg chg="add del">
          <ac:chgData name="Michael L Fraser" userId="S::mfrase9@lsu.edu::1b7306a5-29b0-4678-91e0-7613c5c1e8c5" providerId="AD" clId="Web-{277D4D4A-12C0-15E0-1685-FFA0D259B073}" dt="2025-11-19T19:39:55.362" v="43"/>
          <ac:cxnSpMkLst>
            <pc:docMk/>
            <pc:sldMk cId="1645567396" sldId="260"/>
            <ac:cxnSpMk id="16" creationId="{085AA86F-6A4D-4BCB-A045-D992CDC2959B}"/>
          </ac:cxnSpMkLst>
        </pc:cxnChg>
        <pc:cxnChg chg="add del">
          <ac:chgData name="Michael L Fraser" userId="S::mfrase9@lsu.edu::1b7306a5-29b0-4678-91e0-7613c5c1e8c5" providerId="AD" clId="Web-{277D4D4A-12C0-15E0-1685-FFA0D259B073}" dt="2025-11-19T19:39:55.362" v="43"/>
          <ac:cxnSpMkLst>
            <pc:docMk/>
            <pc:sldMk cId="1645567396" sldId="260"/>
            <ac:cxnSpMk id="17" creationId="{D7CC41EB-2D81-4303-9171-6401B388BA3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9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73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6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3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2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5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0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4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0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7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71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jestic white tiger on a black background">
            <a:extLst>
              <a:ext uri="{FF2B5EF4-FFF2-40B4-BE49-F238E27FC236}">
                <a16:creationId xmlns:a16="http://schemas.microsoft.com/office/drawing/2014/main" id="{CFA11189-1564-2CAE-3607-9479355A1A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BD5DE-008B-A08C-5ED2-6CC9BC431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First Iterations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LSR – Tiger Takeoff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9FA25-60D7-54EB-79B1-756A12D3F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" y="4516659"/>
            <a:ext cx="5468112" cy="128882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b="1">
                <a:solidFill>
                  <a:srgbClr val="FFFFFF"/>
                </a:solidFill>
              </a:rPr>
              <a:t>Team 2 – Matthew G, Caleb D, Ian K, Michael U, John C, Krista L, Michael F, </a:t>
            </a:r>
            <a:r>
              <a:rPr lang="en-US" sz="1900" b="1" err="1">
                <a:solidFill>
                  <a:srgbClr val="FFFFFF"/>
                </a:solidFill>
              </a:rPr>
              <a:t>Achuil</a:t>
            </a:r>
            <a:r>
              <a:rPr lang="en-US" sz="1900" b="1">
                <a:solidFill>
                  <a:srgbClr val="FFFFFF"/>
                </a:solidFill>
              </a:rPr>
              <a:t> C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344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F1D20-53A6-BE5D-A156-0D4EB8B7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7122" y="120016"/>
            <a:ext cx="4617720" cy="634950"/>
          </a:xfrm>
        </p:spPr>
        <p:txBody>
          <a:bodyPr>
            <a:normAutofit fontScale="90000"/>
          </a:bodyPr>
          <a:lstStyle/>
          <a:p>
            <a:r>
              <a:rPr lang="en-US"/>
              <a:t>Constraints:</a:t>
            </a:r>
          </a:p>
        </p:txBody>
      </p:sp>
      <p:cxnSp>
        <p:nvCxnSpPr>
          <p:cNvPr id="14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purple tube with circles and dots&#10;&#10;AI-generated content may be incorrect.">
            <a:extLst>
              <a:ext uri="{FF2B5EF4-FFF2-40B4-BE49-F238E27FC236}">
                <a16:creationId xmlns:a16="http://schemas.microsoft.com/office/drawing/2014/main" id="{49309BB5-3D9A-0747-88E0-F508343F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8" y="3336259"/>
            <a:ext cx="7513881" cy="1972392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E1EB1-F96A-E4CD-DD02-6940839A7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0777" y="1000677"/>
            <a:ext cx="4544328" cy="4471417"/>
          </a:xfrm>
        </p:spPr>
        <p:txBody>
          <a:bodyPr>
            <a:normAutofit/>
          </a:bodyPr>
          <a:lstStyle/>
          <a:p>
            <a:r>
              <a:rPr lang="en-US"/>
              <a:t>Ground Hit Velocity</a:t>
            </a:r>
          </a:p>
          <a:p>
            <a:r>
              <a:rPr lang="en-US"/>
              <a:t>Drogue Parachute vs Main Parachute</a:t>
            </a:r>
          </a:p>
          <a:p>
            <a:r>
              <a:rPr lang="en-US"/>
              <a:t>Weight of Rocket</a:t>
            </a:r>
          </a:p>
          <a:p>
            <a:r>
              <a:rPr lang="en-US"/>
              <a:t>Length/Volume of Rocket</a:t>
            </a:r>
          </a:p>
          <a:p>
            <a:r>
              <a:rPr lang="en-US"/>
              <a:t>Stability b/w 1-5</a:t>
            </a:r>
          </a:p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BBCB28-1149-04D1-5155-C67C312CF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717806"/>
            <a:ext cx="12192001" cy="7310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D576A9-C20E-9B3B-71AC-ED59833DB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4" y="1340068"/>
            <a:ext cx="7511995" cy="1972392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970A9D5-4F91-9AE0-842E-4D714BCD343F}"/>
              </a:ext>
            </a:extLst>
          </p:cNvPr>
          <p:cNvSpPr txBox="1"/>
          <p:nvPr/>
        </p:nvSpPr>
        <p:spPr>
          <a:xfrm>
            <a:off x="2079777" y="1316269"/>
            <a:ext cx="335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Aerotech – H 195 – D 1.14 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8B1AF-6E21-AE6F-7B48-D871B63D7A71}"/>
              </a:ext>
            </a:extLst>
          </p:cNvPr>
          <p:cNvSpPr txBox="1"/>
          <p:nvPr/>
        </p:nvSpPr>
        <p:spPr>
          <a:xfrm>
            <a:off x="2079777" y="3312460"/>
            <a:ext cx="335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Cesaroni</a:t>
            </a:r>
            <a:r>
              <a:rPr lang="en-US"/>
              <a:t> – I 170 – D 1.5 in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1177AE1-28E1-B557-2E63-1DF0428384D7}"/>
              </a:ext>
            </a:extLst>
          </p:cNvPr>
          <p:cNvSpPr txBox="1">
            <a:spLocks/>
          </p:cNvSpPr>
          <p:nvPr/>
        </p:nvSpPr>
        <p:spPr>
          <a:xfrm>
            <a:off x="237742" y="120016"/>
            <a:ext cx="4617720" cy="6349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Flight Simulation:</a:t>
            </a:r>
          </a:p>
        </p:txBody>
      </p:sp>
    </p:spTree>
    <p:extLst>
      <p:ext uri="{BB962C8B-B14F-4D97-AF65-F5344CB8AC3E}">
        <p14:creationId xmlns:p14="http://schemas.microsoft.com/office/powerpoint/2010/main" val="2973859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D31F-0CC8-11E9-17F2-AFA0F6D3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75EF4-B22F-5569-C073-6081292E3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2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4C5E5-2DEE-9790-577E-A92A36C6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Electronic PCB Schematic</a:t>
            </a:r>
            <a:br>
              <a:rPr lang="en-US" sz="4200"/>
            </a:br>
            <a:r>
              <a:rPr lang="en-US" sz="4200"/>
              <a:t>(MCU)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3D3522D6-F1CD-F69B-2D71-302524B81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935" y="909016"/>
            <a:ext cx="7179970" cy="5043928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18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C4DC-D2E3-EC1F-65A1-D5F211143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6970" y="889820"/>
            <a:ext cx="7354863" cy="35986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Electronic PCB Schematic</a:t>
            </a:r>
            <a:br>
              <a:rPr lang="en-US" sz="4200"/>
            </a:br>
            <a:r>
              <a:rPr lang="en-US" sz="4200"/>
              <a:t>(Sensors)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2EAB5-6C2C-633F-F389-DA70ED66AD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6739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ChronicleVTI</vt:lpstr>
      <vt:lpstr>First Iterations LSR – Tiger Takeoff</vt:lpstr>
      <vt:lpstr>Constraints:</vt:lpstr>
      <vt:lpstr>Design concepts</vt:lpstr>
      <vt:lpstr>Electronic PCB Schematic (MCU)</vt:lpstr>
      <vt:lpstr>Electronic PCB Schematic (Sensors)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Gatz</dc:creator>
  <cp:revision>1</cp:revision>
  <dcterms:created xsi:type="dcterms:W3CDTF">2025-11-17T16:03:13Z</dcterms:created>
  <dcterms:modified xsi:type="dcterms:W3CDTF">2025-11-19T19:43:59Z</dcterms:modified>
</cp:coreProperties>
</file>