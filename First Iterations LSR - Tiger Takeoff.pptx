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6995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173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764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9392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625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259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11/17/2025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9062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5478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07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8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475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57188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Majestic white tiger on a black background">
            <a:extLst>
              <a:ext uri="{FF2B5EF4-FFF2-40B4-BE49-F238E27FC236}">
                <a16:creationId xmlns:a16="http://schemas.microsoft.com/office/drawing/2014/main" id="{CFA11189-1564-2CAE-3607-9479355A1A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EBD5DE-008B-A08C-5ED2-6CC9BC4315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71759"/>
            <a:ext cx="5067300" cy="3497042"/>
          </a:xfrm>
        </p:spPr>
        <p:txBody>
          <a:bodyPr anchor="t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First Iterations</a:t>
            </a:r>
            <a:br>
              <a:rPr lang="en-US">
                <a:solidFill>
                  <a:srgbClr val="FFFFFF"/>
                </a:solidFill>
              </a:rPr>
            </a:br>
            <a:r>
              <a:rPr lang="en-US">
                <a:solidFill>
                  <a:srgbClr val="FFFFFF"/>
                </a:solidFill>
              </a:rPr>
              <a:t>LSR – Tiger Takeoff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A9FA25-60D7-54EB-79B1-756A12D3FA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" y="4516659"/>
            <a:ext cx="5468112" cy="1288826"/>
          </a:xfrm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900" b="1" dirty="0">
                <a:solidFill>
                  <a:srgbClr val="FFFFFF"/>
                </a:solidFill>
              </a:rPr>
              <a:t>Team 2 – Matthew G, Caleb D, Ian K, Michael U, John C, Krista L, Michael F, </a:t>
            </a:r>
            <a:r>
              <a:rPr lang="en-US" sz="1900" b="1" dirty="0" err="1">
                <a:solidFill>
                  <a:srgbClr val="FFFFFF"/>
                </a:solidFill>
              </a:rPr>
              <a:t>Achuil</a:t>
            </a:r>
            <a:r>
              <a:rPr lang="en-US" sz="1900" b="1" dirty="0">
                <a:solidFill>
                  <a:srgbClr val="FFFFFF"/>
                </a:solidFill>
              </a:rPr>
              <a:t> C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73441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6F1D20-53A6-BE5D-A156-0D4EB8B7F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37122" y="120016"/>
            <a:ext cx="4617720" cy="634950"/>
          </a:xfrm>
        </p:spPr>
        <p:txBody>
          <a:bodyPr>
            <a:normAutofit fontScale="90000"/>
          </a:bodyPr>
          <a:lstStyle/>
          <a:p>
            <a:r>
              <a:rPr lang="en-US" dirty="0"/>
              <a:t>Constraints:</a:t>
            </a:r>
          </a:p>
        </p:txBody>
      </p:sp>
      <p:cxnSp>
        <p:nvCxnSpPr>
          <p:cNvPr id="14" name="Straight Connector 1">
            <a:extLst>
              <a:ext uri="{FF2B5EF4-FFF2-40B4-BE49-F238E27FC236}">
                <a16:creationId xmlns:a16="http://schemas.microsoft.com/office/drawing/2014/main" id="{7D3DF08D-8EDA-0FB3-59D9-B692F2ADD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blue and purple tube with circles and dots&#10;&#10;AI-generated content may be incorrect.">
            <a:extLst>
              <a:ext uri="{FF2B5EF4-FFF2-40B4-BE49-F238E27FC236}">
                <a16:creationId xmlns:a16="http://schemas.microsoft.com/office/drawing/2014/main" id="{49309BB5-3D9A-0747-88E0-F508343FF2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48" y="3336259"/>
            <a:ext cx="7513881" cy="1972392"/>
          </a:xfrm>
          <a:prstGeom prst="rect">
            <a:avLst/>
          </a:prstGeom>
          <a:ln w="19050">
            <a:solidFill>
              <a:srgbClr val="002060"/>
            </a:solidFill>
          </a:ln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E1EB1-F96A-E4CD-DD02-6940839A7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80777" y="1000677"/>
            <a:ext cx="4544328" cy="4471417"/>
          </a:xfrm>
        </p:spPr>
        <p:txBody>
          <a:bodyPr>
            <a:normAutofit/>
          </a:bodyPr>
          <a:lstStyle/>
          <a:p>
            <a:r>
              <a:rPr lang="en-US" dirty="0"/>
              <a:t>Ground Hit Velocity</a:t>
            </a:r>
          </a:p>
          <a:p>
            <a:r>
              <a:rPr lang="en-US" dirty="0"/>
              <a:t>Drogue Parachute vs Main Parachute</a:t>
            </a:r>
          </a:p>
          <a:p>
            <a:r>
              <a:rPr lang="en-US" dirty="0"/>
              <a:t>Weight of Rocket</a:t>
            </a:r>
          </a:p>
          <a:p>
            <a:r>
              <a:rPr lang="en-US" dirty="0"/>
              <a:t>Length/Volume of Rocket</a:t>
            </a:r>
          </a:p>
          <a:p>
            <a:r>
              <a:rPr lang="en-US" dirty="0"/>
              <a:t>Stability b/w 1-5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BBCB28-1149-04D1-5155-C67C312CF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717806"/>
            <a:ext cx="12192001" cy="7310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5D576A9-C20E-9B3B-71AC-ED59833DBA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34" y="1340068"/>
            <a:ext cx="7511995" cy="1972392"/>
          </a:xfrm>
          <a:prstGeom prst="rect">
            <a:avLst/>
          </a:prstGeom>
          <a:ln w="19050">
            <a:solidFill>
              <a:srgbClr val="002060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970A9D5-4F91-9AE0-842E-4D714BCD343F}"/>
              </a:ext>
            </a:extLst>
          </p:cNvPr>
          <p:cNvSpPr txBox="1"/>
          <p:nvPr/>
        </p:nvSpPr>
        <p:spPr>
          <a:xfrm>
            <a:off x="2079777" y="1316269"/>
            <a:ext cx="3354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Aerotech – H 195 – D 1.14 in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28B1AF-6E21-AE6F-7B48-D871B63D7A71}"/>
              </a:ext>
            </a:extLst>
          </p:cNvPr>
          <p:cNvSpPr txBox="1"/>
          <p:nvPr/>
        </p:nvSpPr>
        <p:spPr>
          <a:xfrm>
            <a:off x="2079777" y="3312460"/>
            <a:ext cx="3354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Cesaroni</a:t>
            </a:r>
            <a:r>
              <a:rPr lang="en-US" dirty="0"/>
              <a:t> – I 170 – D 1.5 in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11177AE1-28E1-B557-2E63-1DF0428384D7}"/>
              </a:ext>
            </a:extLst>
          </p:cNvPr>
          <p:cNvSpPr txBox="1">
            <a:spLocks/>
          </p:cNvSpPr>
          <p:nvPr/>
        </p:nvSpPr>
        <p:spPr>
          <a:xfrm>
            <a:off x="237742" y="120016"/>
            <a:ext cx="4617720" cy="63495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0000" lnSpcReduction="1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Flight Simulation:</a:t>
            </a:r>
          </a:p>
        </p:txBody>
      </p:sp>
    </p:spTree>
    <p:extLst>
      <p:ext uri="{BB962C8B-B14F-4D97-AF65-F5344CB8AC3E}">
        <p14:creationId xmlns:p14="http://schemas.microsoft.com/office/powerpoint/2010/main" val="29738591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BD31F-0CC8-11E9-17F2-AFA0F6D39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75EF4-B22F-5569-C073-6081292E3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925691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</TotalTime>
  <Words>77</Words>
  <Application>Microsoft Office PowerPoint</Application>
  <PresentationFormat>Widescreen</PresentationFormat>
  <Paragraphs>12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Calisto MT</vt:lpstr>
      <vt:lpstr>Univers Condensed</vt:lpstr>
      <vt:lpstr>ChronicleVTI</vt:lpstr>
      <vt:lpstr>First Iterations LSR – Tiger Takeoff</vt:lpstr>
      <vt:lpstr>Constraints:</vt:lpstr>
      <vt:lpstr>Design concepts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Gatz</dc:creator>
  <cp:lastModifiedBy>Matthew Gatz</cp:lastModifiedBy>
  <cp:revision>1</cp:revision>
  <dcterms:created xsi:type="dcterms:W3CDTF">2025-11-17T16:03:13Z</dcterms:created>
  <dcterms:modified xsi:type="dcterms:W3CDTF">2025-11-17T19:35:32Z</dcterms:modified>
</cp:coreProperties>
</file>